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Kafka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41B0E-0ED1-389D-BBD4-99635AD0B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DFC20-C431-E4F3-D43F-E8E8AE576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105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</TotalTime>
  <Words>48</Words>
  <Application>Microsoft Office PowerPoint</Application>
  <PresentationFormat>Widescreen</PresentationFormat>
  <Paragraphs>5</Paragraphs>
  <Slides>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Gill Sans MT</vt:lpstr>
      <vt:lpstr>Wingdings 2</vt:lpstr>
      <vt:lpstr>Dividend</vt:lpstr>
      <vt:lpstr>Kafka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589</cp:revision>
  <dcterms:created xsi:type="dcterms:W3CDTF">2025-02-12T19:53:45Z</dcterms:created>
  <dcterms:modified xsi:type="dcterms:W3CDTF">2026-07-19T16:02:33Z</dcterms:modified>
</cp:coreProperties>
</file>