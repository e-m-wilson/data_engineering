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1B0E-0ED1-389D-BBD4-99635AD0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FC20-C431-E4F3-D43F-E8E8AE576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743457"/>
          </a:xfrm>
        </p:spPr>
        <p:txBody>
          <a:bodyPr>
            <a:normAutofit fontScale="92500"/>
          </a:bodyPr>
          <a:lstStyle/>
          <a:p>
            <a:r>
              <a:rPr lang="en-US" dirty="0"/>
              <a:t>4 source systems * 6 target systems = 24 integrations</a:t>
            </a:r>
          </a:p>
          <a:p>
            <a:r>
              <a:rPr lang="en-US" dirty="0"/>
              <a:t>Each integration could be wildly different: Protocols (TCP, HTTP, REST, ftp, JDBC), data formats (csv, </a:t>
            </a:r>
            <a:r>
              <a:rPr lang="en-US" dirty="0" err="1"/>
              <a:t>json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), schemas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4503A-6712-4917-4DBC-0402607F3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21" y="3066745"/>
            <a:ext cx="7534556" cy="345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0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8E6A-071F-FC09-46F1-27F05416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551C9-E765-C27B-36FC-CEA203AD6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52708" cy="4072743"/>
          </a:xfrm>
        </p:spPr>
        <p:txBody>
          <a:bodyPr/>
          <a:lstStyle/>
          <a:p>
            <a:r>
              <a:rPr lang="en-US" dirty="0"/>
              <a:t>Kafka decouples our data streams and systems</a:t>
            </a:r>
          </a:p>
          <a:p>
            <a:r>
              <a:rPr lang="en-US" dirty="0"/>
              <a:t>Producers = Sends (publishes) messages to Kafka topics</a:t>
            </a:r>
          </a:p>
          <a:p>
            <a:r>
              <a:rPr lang="en-US" dirty="0"/>
              <a:t>Consumers = Reads (subscribes) messages from Kafka topics</a:t>
            </a:r>
          </a:p>
          <a:p>
            <a:r>
              <a:rPr lang="en-US" dirty="0"/>
              <a:t>Distributed, resilient architecture, fault tolerant</a:t>
            </a:r>
          </a:p>
          <a:p>
            <a:r>
              <a:rPr lang="en-US" dirty="0"/>
              <a:t>Horizontal scalability:</a:t>
            </a:r>
          </a:p>
          <a:p>
            <a:pPr lvl="1"/>
            <a:r>
              <a:rPr lang="en-US" dirty="0"/>
              <a:t>Can scale to 100s of brokers</a:t>
            </a:r>
          </a:p>
          <a:p>
            <a:pPr lvl="1"/>
            <a:r>
              <a:rPr lang="en-US" dirty="0"/>
              <a:t>Can scale to millions of messages per second</a:t>
            </a:r>
          </a:p>
          <a:p>
            <a:r>
              <a:rPr lang="en-US" dirty="0"/>
              <a:t>High performance: latency of less than 10ms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574D6-611C-7B6E-9992-FE8CD2C2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282" y="2180496"/>
            <a:ext cx="6150076" cy="40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1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D05F-B38D-9837-1229-359ABDCD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8774-FE50-972D-22D0-9099F13F4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/>
          <a:lstStyle/>
          <a:p>
            <a:r>
              <a:rPr lang="en-US" dirty="0"/>
              <a:t>Messaging System</a:t>
            </a:r>
          </a:p>
          <a:p>
            <a:r>
              <a:rPr lang="en-US" dirty="0"/>
              <a:t>Activity Tracking</a:t>
            </a:r>
          </a:p>
          <a:p>
            <a:r>
              <a:rPr lang="en-US" dirty="0"/>
              <a:t>Gather metrics from many locations</a:t>
            </a:r>
          </a:p>
          <a:p>
            <a:r>
              <a:rPr lang="en-US" dirty="0"/>
              <a:t>Application logs gathering</a:t>
            </a:r>
          </a:p>
          <a:p>
            <a:r>
              <a:rPr lang="en-US" dirty="0"/>
              <a:t>Stream processing (with Kafka Streams API)</a:t>
            </a:r>
          </a:p>
          <a:p>
            <a:r>
              <a:rPr lang="en-US" dirty="0"/>
              <a:t>De-coupling of system dependencies</a:t>
            </a:r>
          </a:p>
          <a:p>
            <a:r>
              <a:rPr lang="en-US" dirty="0"/>
              <a:t>Integrations with Spark, Flink, Storm, Hadoop, and many other Big Data Technologies</a:t>
            </a:r>
          </a:p>
          <a:p>
            <a:r>
              <a:rPr lang="en-US" dirty="0"/>
              <a:t>Micro-services pub/sub</a:t>
            </a:r>
          </a:p>
        </p:txBody>
      </p:sp>
    </p:spTree>
    <p:extLst>
      <p:ext uri="{BB962C8B-B14F-4D97-AF65-F5344CB8AC3E}">
        <p14:creationId xmlns:p14="http://schemas.microsoft.com/office/powerpoint/2010/main" val="359945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1C42-6BA3-3488-08C9-E4A3301E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1F091-D4BA-4D53-0538-E8ABB91F6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Netflix uses Kafka to apply recommendations in real-time while you’re watching</a:t>
            </a:r>
          </a:p>
          <a:p>
            <a:r>
              <a:rPr lang="en-US" dirty="0"/>
              <a:t>Uber uses Kafka to gather user, taxi, and trip data in real-time to compute and forecast demand, and compute surge pricing </a:t>
            </a:r>
          </a:p>
          <a:p>
            <a:r>
              <a:rPr lang="en-US" dirty="0"/>
              <a:t>LinkedIn uses Kafka to prevent spam and collect user interactions to make better connection recommendations in real time</a:t>
            </a:r>
          </a:p>
        </p:txBody>
      </p:sp>
    </p:spTree>
    <p:extLst>
      <p:ext uri="{BB962C8B-B14F-4D97-AF65-F5344CB8AC3E}">
        <p14:creationId xmlns:p14="http://schemas.microsoft.com/office/powerpoint/2010/main" val="52106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EBD6-A63B-BD12-7DC4-FBEABF29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D607B-14DA-6D17-9C26-441827526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6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252</Words>
  <Application>Microsoft Office PowerPoint</Application>
  <PresentationFormat>Widescreen</PresentationFormat>
  <Paragraphs>30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Gill Sans MT</vt:lpstr>
      <vt:lpstr>Wingdings 2</vt:lpstr>
      <vt:lpstr>Dividend</vt:lpstr>
      <vt:lpstr>Kafka</vt:lpstr>
      <vt:lpstr>The problem</vt:lpstr>
      <vt:lpstr>solution</vt:lpstr>
      <vt:lpstr>Kafka use cases</vt:lpstr>
      <vt:lpstr>Real life examples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590</cp:revision>
  <dcterms:created xsi:type="dcterms:W3CDTF">2025-02-12T19:53:45Z</dcterms:created>
  <dcterms:modified xsi:type="dcterms:W3CDTF">2026-07-20T21:11:38Z</dcterms:modified>
</cp:coreProperties>
</file>