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46" r:id="rId98"/>
    <p:sldId id="351" r:id="rId99"/>
    <p:sldId id="352" r:id="rId100"/>
    <p:sldId id="257" r:id="rId101"/>
    <p:sldId id="258" r:id="rId102"/>
    <p:sldId id="260" r:id="rId103"/>
    <p:sldId id="261" r:id="rId104"/>
    <p:sldId id="262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Will likely be using a m3.xlarge instance or similar 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Setup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our EC2 instance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 run with low </a:t>
            </a:r>
            <a:r>
              <a:rPr lang="en-US" dirty="0" err="1"/>
              <a:t>efficicency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26030</TotalTime>
  <Words>4863</Words>
  <Application>Microsoft Office PowerPoint</Application>
  <PresentationFormat>Widescreen</PresentationFormat>
  <Paragraphs>570</Paragraphs>
  <Slides>104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Amazon EMR Setup – Key Pair</vt:lpstr>
      <vt:lpstr>Partitions ON clusters</vt:lpstr>
      <vt:lpstr>Choosing a partition size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628</cp:revision>
  <dcterms:created xsi:type="dcterms:W3CDTF">2025-02-12T19:53:45Z</dcterms:created>
  <dcterms:modified xsi:type="dcterms:W3CDTF">2026-07-02T19:51:08Z</dcterms:modified>
</cp:coreProperties>
</file>