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05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6" r:id="rId55"/>
    <p:sldId id="315" r:id="rId56"/>
    <p:sldId id="317" r:id="rId57"/>
    <p:sldId id="318" r:id="rId58"/>
    <p:sldId id="319" r:id="rId59"/>
    <p:sldId id="321" r:id="rId60"/>
    <p:sldId id="320" r:id="rId61"/>
    <p:sldId id="322" r:id="rId62"/>
    <p:sldId id="323" r:id="rId63"/>
    <p:sldId id="324" r:id="rId64"/>
    <p:sldId id="325" r:id="rId65"/>
    <p:sldId id="327" r:id="rId66"/>
    <p:sldId id="328" r:id="rId67"/>
    <p:sldId id="326" r:id="rId68"/>
    <p:sldId id="329" r:id="rId69"/>
    <p:sldId id="330" r:id="rId70"/>
    <p:sldId id="331" r:id="rId71"/>
    <p:sldId id="332" r:id="rId72"/>
    <p:sldId id="334" r:id="rId73"/>
    <p:sldId id="333" r:id="rId74"/>
    <p:sldId id="335" r:id="rId75"/>
    <p:sldId id="336" r:id="rId76"/>
    <p:sldId id="337" r:id="rId77"/>
    <p:sldId id="338" r:id="rId78"/>
    <p:sldId id="339" r:id="rId79"/>
    <p:sldId id="340" r:id="rId80"/>
    <p:sldId id="341" r:id="rId81"/>
    <p:sldId id="342" r:id="rId82"/>
    <p:sldId id="343" r:id="rId83"/>
    <p:sldId id="344" r:id="rId84"/>
    <p:sldId id="345" r:id="rId85"/>
    <p:sldId id="346" r:id="rId86"/>
    <p:sldId id="257" r:id="rId87"/>
    <p:sldId id="258" r:id="rId88"/>
    <p:sldId id="260" r:id="rId89"/>
    <p:sldId id="261" r:id="rId90"/>
    <p:sldId id="262" r:id="rId9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54" d="100"/>
          <a:sy n="54" d="100"/>
        </p:scale>
        <p:origin x="6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ableStyles" Target="tableStyle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svg"/><Relationship Id="rId2" Type="http://schemas.openxmlformats.org/officeDocument/2006/relationships/image" Target="../media/image107.svg"/><Relationship Id="rId1" Type="http://schemas.openxmlformats.org/officeDocument/2006/relationships/image" Target="../media/image10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svg"/><Relationship Id="rId2" Type="http://schemas.openxmlformats.org/officeDocument/2006/relationships/image" Target="../media/image107.svg"/><Relationship Id="rId1" Type="http://schemas.openxmlformats.org/officeDocument/2006/relationships/image" Target="../media/image10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jpe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Shell Access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253082"/>
            <a:ext cx="8179290" cy="3334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1935215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223577" y="3560726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6" y="3964651"/>
            <a:ext cx="4116308" cy="2813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‘access_lot.txt’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</a:t>
            </a:r>
            <a:r>
              <a:rPr lang="en-US" dirty="0" err="1"/>
              <a:t>cahce</a:t>
            </a:r>
            <a:r>
              <a:rPr lang="en-US" dirty="0"/>
              <a:t>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Will likely be using a m3.xlarge instance or similar 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61467-6BE0-B930-3948-6E3DCE6C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21392</TotalTime>
  <Words>4262</Words>
  <Application>Microsoft Office PowerPoint</Application>
  <PresentationFormat>Widescreen</PresentationFormat>
  <Paragraphs>508</Paragraphs>
  <Slides>90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5" baseType="lpstr">
      <vt:lpstr>Arial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PySpark Example</vt:lpstr>
      <vt:lpstr>VSCODE – Recommended Extensions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Spark SQL</vt:lpstr>
      <vt:lpstr>Using Spark SQL in Python</vt:lpstr>
      <vt:lpstr>Other stuff you can do with dataframes</vt:lpstr>
      <vt:lpstr>DataFrames vs Datasets</vt:lpstr>
      <vt:lpstr>Shell Access</vt:lpstr>
      <vt:lpstr>User-Defined Functions - udf</vt:lpstr>
      <vt:lpstr>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Spark Connect</vt:lpstr>
      <vt:lpstr>Why Spark connect</vt:lpstr>
      <vt:lpstr>Using Spark Connect</vt:lpstr>
      <vt:lpstr>Amazon EMR – elastic Map Reduce</vt:lpstr>
      <vt:lpstr>PowerPoint Presentation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614</cp:revision>
  <dcterms:created xsi:type="dcterms:W3CDTF">2025-02-12T19:53:45Z</dcterms:created>
  <dcterms:modified xsi:type="dcterms:W3CDTF">2026-06-29T13:54:18Z</dcterms:modified>
</cp:coreProperties>
</file>